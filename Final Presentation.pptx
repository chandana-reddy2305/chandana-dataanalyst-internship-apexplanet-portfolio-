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A332-623F-4ADA-BBFC-578823CEE57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6F0D5F1-5AE5-4DDA-8B1B-607650D5F4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68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A332-623F-4ADA-BBFC-578823CEE57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D5F1-5AE5-4DDA-8B1B-607650D5F49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80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A332-623F-4ADA-BBFC-578823CEE57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D5F1-5AE5-4DDA-8B1B-607650D5F4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590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A332-623F-4ADA-BBFC-578823CEE57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D5F1-5AE5-4DDA-8B1B-607650D5F49D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4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A332-623F-4ADA-BBFC-578823CEE57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D5F1-5AE5-4DDA-8B1B-607650D5F49D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7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A332-623F-4ADA-BBFC-578823CEE57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D5F1-5AE5-4DDA-8B1B-607650D5F49D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96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A332-623F-4ADA-BBFC-578823CEE57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D5F1-5AE5-4DDA-8B1B-607650D5F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09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A332-623F-4ADA-BBFC-578823CEE57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D5F1-5AE5-4DDA-8B1B-607650D5F49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808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2E7A332-623F-4ADA-BBFC-578823CEE57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D5F1-5AE5-4DDA-8B1B-607650D5F49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108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A332-623F-4ADA-BBFC-578823CEE57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D5F1-5AE5-4DDA-8B1B-607650D5F49D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626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7A332-623F-4ADA-BBFC-578823CEE57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D5F1-5AE5-4DDA-8B1B-607650D5F4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64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7A332-623F-4ADA-BBFC-578823CEE57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6F0D5F1-5AE5-4DDA-8B1B-607650D5F49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262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733D-2EA6-48A3-2883-A273B4F79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255" y="290945"/>
            <a:ext cx="10442863" cy="313805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Apex Planet Data Analytics Internship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40389-0F84-A8AB-2B48-BF4F7F678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607" y="3531205"/>
            <a:ext cx="8637072" cy="977621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Integration &amp; Portfolio Finalization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8966C-2E5B-17AD-4507-ADBA5E30C637}"/>
              </a:ext>
            </a:extLst>
          </p:cNvPr>
          <p:cNvSpPr txBox="1"/>
          <p:nvPr/>
        </p:nvSpPr>
        <p:spPr>
          <a:xfrm>
            <a:off x="8749145" y="4508825"/>
            <a:ext cx="3086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POTHIREDDY CHANDANA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APSPL2634519</a:t>
            </a:r>
          </a:p>
        </p:txBody>
      </p:sp>
    </p:spTree>
    <p:extLst>
      <p:ext uri="{BB962C8B-B14F-4D97-AF65-F5344CB8AC3E}">
        <p14:creationId xmlns:p14="http://schemas.microsoft.com/office/powerpoint/2010/main" val="4199401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D09C3-69F7-95F8-593E-38648615D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397" y="1178592"/>
            <a:ext cx="9603275" cy="1049235"/>
          </a:xfrm>
        </p:spPr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B37E6-152B-7FDD-9BFD-0C4A47165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internship was to gain practical knowledge in Data Analytics by working on real-world datasets and completing end-to-end analytics projects.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60-Day Data Analytics Internship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ApexPlanet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Pvt.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Ltd.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518EF-38C9-AB83-3810-269E88CED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66497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: Data Immersion &amp;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2F382-B463-AA69-8F75-81196DFE2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Performed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the dataset using Python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data formats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feature engineering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 cleaned dataset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an analysis-ready dataset for further business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532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1423-B0FE-F279-B4A3-FC1057917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: Exploratory Data Analysis &amp; Business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543E-DE49-B78D-0E23-9B5BCE730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Performed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descriptive statistics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bar charts and pie charts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category-wise and city-wise sales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Wrote SQL queries to answer business questions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business insights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important trends and patterns in the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778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0B6B-601B-9C7D-C516-820144C4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471" y="1086769"/>
            <a:ext cx="10327490" cy="9289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– Deep-Dive Analysis &amp; Dashboarding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0C286-A35A-A481-DD38-A193E7D22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Performed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Key Performance Indicators (KPIs)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Total Sales and Average Order Value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product and city-wise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dashboard visualizations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dashboards to support business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393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5861-8051-4E95-848D-722E15CC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819" y="800101"/>
            <a:ext cx="9704036" cy="105365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 – Data Storytelling &amp; Statistical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C2849-EA4B-6DF7-B7A1-23102ACC5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Performed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business narrative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Formulated a business hypothesis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statistical testing using T-Test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 p-values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business recommendations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insights using statistical methods and transformed data into meaningful stories.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441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ACE0-714B-55C9-8FDB-367204382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599" y="1095835"/>
            <a:ext cx="9605635" cy="105930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C8689-739A-2B94-DC89-046FACA643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/ Power BI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77E3-406A-96FE-DED8-4FE5EDA47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7289" y="1528970"/>
            <a:ext cx="4645152" cy="3441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3331094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23492-F044-7218-1AD4-21AA7F11B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143" y="966497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9D704-C673-18D7-3B92-31FC108BB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clean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techniques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concepts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creation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documentation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portfolio management</a:t>
            </a:r>
          </a:p>
        </p:txBody>
      </p:sp>
    </p:spTree>
    <p:extLst>
      <p:ext uri="{BB962C8B-B14F-4D97-AF65-F5344CB8AC3E}">
        <p14:creationId xmlns:p14="http://schemas.microsoft.com/office/powerpoint/2010/main" val="4258220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7AD4-4ED4-045E-587C-5C459A76C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416" y="1126637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C37EE-D90E-84FE-5B45-4C9781984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Includes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Source Code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EDA Reports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Dashboard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 Statistical Validation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Presentation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end-to-end Data Analytics portfolio demonstrating practical skills.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381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9F6A-5671-37D0-06D4-89538D461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388" y="1137028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4DD08-76E9-3E6E-EF6B-EF301B8FC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Outcomes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analytical thinking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Python and SQL skills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dashboard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statistical techniques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professional GitHub portfolio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1767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0C-935B-AD91-4FAD-CF87B6D9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9003" y="1788827"/>
            <a:ext cx="8643154" cy="18879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CC68A-D641-2028-8EA9-AF904C226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4239" y="3806196"/>
            <a:ext cx="9123706" cy="89049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ApexPlanet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Pvt.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Ltd. for providing this valuable learning opportunity.</a:t>
            </a:r>
          </a:p>
        </p:txBody>
      </p:sp>
    </p:spTree>
    <p:extLst>
      <p:ext uri="{BB962C8B-B14F-4D97-AF65-F5344CB8AC3E}">
        <p14:creationId xmlns:p14="http://schemas.microsoft.com/office/powerpoint/2010/main" val="37264432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</TotalTime>
  <Words>342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Times New Roman</vt:lpstr>
      <vt:lpstr>Gallery</vt:lpstr>
      <vt:lpstr>Apex Planet Data Analytics Internship</vt:lpstr>
      <vt:lpstr>iNternship overview</vt:lpstr>
      <vt:lpstr>task 1 : Data Immersion &amp; Wrangling</vt:lpstr>
      <vt:lpstr>Task 2 : Exploratory Data Analysis &amp; Business Intelligence</vt:lpstr>
      <vt:lpstr>Task 3 – Deep-Dive Analysis &amp; Dashboarding</vt:lpstr>
      <vt:lpstr>Task 4 – Data Storytelling &amp; Statistical Validation</vt:lpstr>
      <vt:lpstr>TOOLS AND TECHNOLOGIES</vt:lpstr>
      <vt:lpstr>KEY LEARNINGS</vt:lpstr>
      <vt:lpstr>PORTFOLIO SUMMARY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Chandana Reddy</dc:creator>
  <cp:lastModifiedBy>Chandana Reddy</cp:lastModifiedBy>
  <cp:revision>1</cp:revision>
  <dcterms:created xsi:type="dcterms:W3CDTF">2026-06-09T10:10:24Z</dcterms:created>
  <dcterms:modified xsi:type="dcterms:W3CDTF">2026-06-09T10:29:12Z</dcterms:modified>
</cp:coreProperties>
</file>